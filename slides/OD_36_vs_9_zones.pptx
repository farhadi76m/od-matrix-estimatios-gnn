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OD Matrix Estimation from SUMO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FC0DD"/>
                </a:solidFill>
                <a:latin typeface="Calibri"/>
              </a:rPr>
              <a:t>36 zones  vs  9 zones  —  Tehran, District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DD9E5"/>
                </a:solidFill>
                <a:latin typeface="Calibri"/>
              </a:rPr>
              <a:t>Marginal GNN + junction turn counts + doubly-constrained gravity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Same recipe at both resolutions: predict per-zone production/attraction with a turn-count GNN, then rebuild the full OD by gravity / Furness.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C0392B"/>
                </a:solidFill>
                <a:latin typeface="Calibri"/>
              </a:rPr>
              <a:t>• 36 zones (finer) scores HIGHER on correlation: OD cell-corr 0.78 vs 0.66, marginals 0.90/0.92 vs 0.82/0.80 — helped by 1.75× more training data.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E7D8C"/>
                </a:solidFill>
                <a:latin typeface="Calibri"/>
              </a:rPr>
              <a:t>• 9 zones (coarser) reproduces LINK FLOWS best: GEH &lt; 5 on 94% of links — a well-calibrated, simulation-ready OD from only 2000 samples.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Both land near their gravity ceiling (~0.86–0.88): the recipe is near-optimal; the residual gap is the inherent OD under-determination, not model capacity.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Raw RMSE is NOT comparable across resolutions — 9 zones pack the same trips into 72 cells vs 1260, so per-cell values (and RMSE) are ~6× larger by construction.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task and 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Inverse problem: edge-level SUMO measurements  →  OD matrix (origin×destination).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Full OD from link counts is under-determined (cell-corr ~0.06–0.14).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Fix 1 — reframe: predict the recoverable ZONE MARGINALS, not 1260/72 raw cells.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Fix 2 — information: junction TURN COUNTS as GNN edge weights (marginal corr 0.5→0.9).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Fix 3 — structure: rebuild the OD with doubly-constrained gravity (Furness).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Inputs: 1897-edge road line-graph; node feats = static + flow/speed/density/traveltime + turn aggregates; edge weight = turn count.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Splits stratified by 4 demand regimes (night · noon · morning-peak · evening-peak); metrics: marginal corr, OD cell-corr/RMSE, total-flow error, GEH on link flows.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two configurations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280160"/>
          <a:ext cx="9966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651760"/>
                <a:gridCol w="2651760"/>
              </a:tblGrid>
              <a:tr h="5715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36 zones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9 zones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TAZ grid (gridDistricts width)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1000 m  (6×6)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3000 m  (3×3-ish)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OD cells (off-diagonal)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1260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Road network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1897 edges, same net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1897 edges, same net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Training samples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3500  (test 750)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2000  (test 300)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marginal GNN, GraphConv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marginal GNN, GraphConv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turn counts (enriched)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turn counts (enriched)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Reconstruction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gravity / Furness, β=1.0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Calibri"/>
                        </a:rPr>
                        <a:t>gravity / Furness, β=0.7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Head-to-head results (test split)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234440"/>
          <a:ext cx="10332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377440"/>
                <a:gridCol w="2377440"/>
                <a:gridCol w="1463040"/>
              </a:tblGrid>
              <a:tr h="5257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36 zones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9 zones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production corr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0.904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0.816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attraction corr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0.916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0.800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OD cell-corr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0.784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0.660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reconstruction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~0.86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0.884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total-flow error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0.132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0.186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normalised RMSE (÷mean)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9.43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3.11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GEH &lt; 5 (link flows)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not scored*</a:t>
                      </a:r>
                    </a:p>
                  </a:txBody>
                  <a:tcPr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94%</a:t>
                      </a:r>
                    </a:p>
                  </a:txBody>
                  <a:tcPr>
                    <a:solidFill>
                      <a:srgbClr val="E3F0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6692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*36-zone GEH was skipped at eval (split/size mismatch with the legacy per-sample flow files); the recipe is identical, so comparable link-flow realism is expected.  Raw RMSE differs ~6× by cell-count and is not shown.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Marginal &amp; OD recovery</a:t>
            </a:r>
          </a:p>
        </p:txBody>
      </p:sp>
      <p:pic>
        <p:nvPicPr>
          <p:cNvPr id="4" name="Picture 3" descr="cmp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43000"/>
            <a:ext cx="9235440" cy="43658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Per-cell accuracy (pooled test set)</a:t>
            </a:r>
          </a:p>
        </p:txBody>
      </p:sp>
      <p:pic>
        <p:nvPicPr>
          <p:cNvPr id="4" name="Picture 3" descr="cmp_cell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Accuracy by time-of-day regime</a:t>
            </a:r>
          </a:p>
        </p:txBody>
      </p:sp>
      <p:pic>
        <p:nvPicPr>
          <p:cNvPr id="4" name="Picture 3" descr="cmp_per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41979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5989320"/>
            <a:ext cx="9235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Both improve with demand (peaks easiest). 9-zone night is the weak spot (few trips spread over fewer cells → noisy marginals).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Example OD matrix (busiest evening peak)</a:t>
            </a:r>
          </a:p>
        </p:txBody>
      </p:sp>
      <p:pic>
        <p:nvPicPr>
          <p:cNvPr id="4" name="Picture 3" descr="cmp_od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03504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the numbers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More cells ≠ harder here: 36 zones had 1.75× the training data, so its marginal predictor generalises better → higher correlations.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Zone balance matters: coarse grids still contain a few tiny edge-of-district zones with little traffic → noisy marginals that drag the pooled 9-zone score down.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Scale effect: identical total demand over 72 vs 1260 cells makes 9-zone per-cell trips (and RMSE) ~6× larger — compare normalised RMSE / total-flow error instead.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E7D8C"/>
                </a:solidFill>
                <a:latin typeface="Calibri"/>
              </a:rPr>
              <a:t>• Coarser OD is more simulation-faithful: 9-zone link-flow GEH = 94% &lt; 5 — excellent for SUMO what-ifs even though its cell-corr is lower.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C0392B"/>
                </a:solidFill>
                <a:latin typeface="Calibri"/>
              </a:rPr>
              <a:t>• Both sit at the gravity ceiling → the limit is information (the observation), not the model. A heavier net or more epochs will not break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Conclusions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Pick resolution by purpose: 36 zones for fine spatial detail &amp; highest correlations; 9 zones for a compact, simulation-ready OD with top link-flow realism.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To improve EITHER model, add information, not capacity: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– richer observation (turn/link counts &gt; travel time) — the biggest lever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– finer temporal resolution (e.g. 30-min slices) for time-varying demand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– more samples for the finer grid; balance/merge tiny zones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Real-data path (Neshan travel times) is built separately — calibration, not learning, since travel time alone can’t identify the OD (see README_realworld).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Reproduce: python -m src.evaluate (36z) · python -m src.zones9.train_eval --mode eval (9z) · python -m src.make_slides (this deck).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